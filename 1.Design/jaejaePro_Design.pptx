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1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3337B3-6273-49B8-A305-645D4FACC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EB6C06-8D51-4FE0-A9C2-001B25358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93BDF3-D838-4618-8886-F72C60ED2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84F612-D929-429B-83BD-6ADB20E9D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73F10C-9370-49B9-B70B-908914753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13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673DC6-BACD-4EF6-A1BC-4D0326828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DFFD8E-BA47-4B01-A289-A78C81A5E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CA9815-75D2-4D1B-AC18-28A9184B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55A217-DB19-44B4-809D-156C80965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8FB041-BAC2-41ED-9F3F-5BF73BCC7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1921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581DA-F00B-46CA-AC7E-3DF361FA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46629-5A86-4620-A19D-85839D244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031657-24C9-4D48-BBF2-40D91DB7A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C29E8-6B69-42C2-807A-FF407DC21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837F80-B6B4-4DB9-9AAB-D623F6E22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3563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7D918F-F168-415A-9F17-D664B3E37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9C4025-14ED-40BA-A25B-08C75FD3FF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BBC5-69B5-4B3C-BDE5-67675D08D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0B8F9A-ADD1-403C-B1F6-8BAF1E74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BB0FBB-2B4A-4A83-980E-C88684580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BE9BDE-E804-4FB2-A7FE-D5C023EBB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8845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DF62E-FB0A-474F-B9AE-A2708F3DC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0C5F64A-16C5-46F5-B018-DC0928C91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A696E-56B1-4981-B9E2-A7372A751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E408647-9A19-49B6-BA22-57468B1586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AAECED-3BA9-48BB-8F8C-0B39B788A6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F77698-4FE0-4099-B800-668737A10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FFA3A8-A7E2-470A-BC16-1C7479370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BC63607-9E7A-48DE-9A2C-BF06D2F1F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0470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772E81-F3FB-45C7-8513-1E3667A71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767E69-2DB1-48BD-946A-5AA0F3BA9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FB4128-C254-4C8F-8BD7-9D04236F9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CCB3F4-D6BD-4FB9-A4B1-96D8F7AAA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824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C775B0E-8CE1-445D-808F-196ADFCD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B20524-AEF8-4130-91C8-EE2616FD2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1DC41-9E36-4DD1-9E24-0F2FA045D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4317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3D4184-4C89-405C-A2E5-0E3D1C3CF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7D9AE2-AE0B-4904-A296-11325BED2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8CD2A2B-55E5-46FA-A3F1-91FFD55938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7EEDC0-CC89-4B9B-9D0E-D0B926E9B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6C6F94C-F085-486F-AF5C-24084A467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DBF416-C31D-4683-A4B9-2A0FE8AE8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4221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4462F-53BE-4DE3-BFF6-D480A64E6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8DD5435-750E-4773-B6F4-2CBD25DBA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F8CD83-9754-4FE8-AF96-027425D8D6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328CD2-3C0B-4B7D-8BC6-DB944D29E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21EBED-6376-4508-B5DA-8A7ABE8C8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F4B0A6-B547-4C11-8FCF-BA1C89D5F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5454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7F3F1-E6BA-4E5F-9FD3-FCA7C5A1E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393262B-BC04-47B1-892B-66BB7E134D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7105F9-ACEC-4F33-9046-85F9EDBC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3AFAF9-E697-455A-B97C-8FE9BC89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162C20-28D9-46EA-9421-0D3AE28A4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4335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82A7870-AA5F-45AA-93B7-D85CF93EF3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AF6430-6878-4567-89AC-38EEDBE3F4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5B5364-9962-4119-8B68-93F8860BF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1CD5C6-97D6-4DFC-BA07-585BBC65D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1B7D6-0B80-42C5-8083-9C546BA32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091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49D8EC9-2B9E-4383-9023-1F4ADCEB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1944B5D-CA8D-45CA-8169-EA683956A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D91DDF-711C-4D22-888A-219A76ACE4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674F1-4F86-4564-9369-8E04E826D382}" type="datetimeFigureOut">
              <a:rPr lang="ko-KR" altLang="en-US" smtClean="0"/>
              <a:t>2022-04-13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630DFB-5D50-406A-A27B-96DA3D9D81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1E50D2-33BE-4D89-B099-D863A05D4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259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형 3">
            <a:extLst>
              <a:ext uri="{FF2B5EF4-FFF2-40B4-BE49-F238E27FC236}">
                <a16:creationId xmlns:a16="http://schemas.microsoft.com/office/drawing/2014/main" id="{974FB5FE-7D6A-44E7-B3D1-C0B9DA3CAF02}"/>
              </a:ext>
            </a:extLst>
          </p:cNvPr>
          <p:cNvSpPr/>
          <p:nvPr/>
        </p:nvSpPr>
        <p:spPr>
          <a:xfrm>
            <a:off x="9320289" y="302504"/>
            <a:ext cx="2289936" cy="2002285"/>
          </a:xfrm>
          <a:prstGeom prst="can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데이터 베이스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96FF5B2-050B-43E1-9E1B-34BD4FFC68A1}"/>
              </a:ext>
            </a:extLst>
          </p:cNvPr>
          <p:cNvGrpSpPr/>
          <p:nvPr/>
        </p:nvGrpSpPr>
        <p:grpSpPr>
          <a:xfrm>
            <a:off x="279749" y="1758118"/>
            <a:ext cx="2415435" cy="2862957"/>
            <a:chOff x="116911" y="1432441"/>
            <a:chExt cx="2415435" cy="2862957"/>
          </a:xfrm>
        </p:grpSpPr>
        <p:pic>
          <p:nvPicPr>
            <p:cNvPr id="7" name="그래픽 6" descr="여성 프로그래머 단색으로 채워진">
              <a:extLst>
                <a:ext uri="{FF2B5EF4-FFF2-40B4-BE49-F238E27FC236}">
                  <a16:creationId xmlns:a16="http://schemas.microsoft.com/office/drawing/2014/main" id="{769A5C18-E142-4DF3-B17F-34320BC31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8309" y="1432441"/>
              <a:ext cx="1528174" cy="1387481"/>
            </a:xfrm>
            <a:prstGeom prst="rect">
              <a:avLst/>
            </a:prstGeom>
          </p:spPr>
        </p:pic>
        <p:pic>
          <p:nvPicPr>
            <p:cNvPr id="8" name="그래픽 7" descr="여성 프로그래머 단색으로 채워진">
              <a:extLst>
                <a:ext uri="{FF2B5EF4-FFF2-40B4-BE49-F238E27FC236}">
                  <a16:creationId xmlns:a16="http://schemas.microsoft.com/office/drawing/2014/main" id="{03F6CEC8-BB7A-423A-B7C0-004384AB3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4172" y="2436088"/>
              <a:ext cx="1528174" cy="1387481"/>
            </a:xfrm>
            <a:prstGeom prst="rect">
              <a:avLst/>
            </a:prstGeom>
          </p:spPr>
        </p:pic>
        <p:pic>
          <p:nvPicPr>
            <p:cNvPr id="9" name="그래픽 8" descr="여성 프로그래머 단색으로 채워진">
              <a:extLst>
                <a:ext uri="{FF2B5EF4-FFF2-40B4-BE49-F238E27FC236}">
                  <a16:creationId xmlns:a16="http://schemas.microsoft.com/office/drawing/2014/main" id="{E47C28B1-3CC6-4029-B84B-0843D0766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911" y="2907917"/>
              <a:ext cx="1528174" cy="1387481"/>
            </a:xfrm>
            <a:prstGeom prst="rect">
              <a:avLst/>
            </a:prstGeom>
          </p:spPr>
        </p:pic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6D4F32EE-FD4A-4346-94B4-D0A0484C68C2}"/>
              </a:ext>
            </a:extLst>
          </p:cNvPr>
          <p:cNvGrpSpPr/>
          <p:nvPr/>
        </p:nvGrpSpPr>
        <p:grpSpPr>
          <a:xfrm>
            <a:off x="2871711" y="302504"/>
            <a:ext cx="5862181" cy="5862180"/>
            <a:chOff x="2871711" y="302504"/>
            <a:chExt cx="5862181" cy="586218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B2320AC-0A43-45BE-A9EF-7510DC389D9C}"/>
                </a:ext>
              </a:extLst>
            </p:cNvPr>
            <p:cNvSpPr/>
            <p:nvPr/>
          </p:nvSpPr>
          <p:spPr>
            <a:xfrm>
              <a:off x="2871711" y="302504"/>
              <a:ext cx="5862181" cy="586218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A709DD3-B1BF-4B2A-B6C7-AA8DFAA6741E}"/>
                </a:ext>
              </a:extLst>
            </p:cNvPr>
            <p:cNvSpPr/>
            <p:nvPr/>
          </p:nvSpPr>
          <p:spPr>
            <a:xfrm>
              <a:off x="3208930" y="1078066"/>
              <a:ext cx="5187743" cy="66387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F8E6F123-9383-4052-9983-69AC05CE6A18}"/>
                </a:ext>
              </a:extLst>
            </p:cNvPr>
            <p:cNvSpPr/>
            <p:nvPr/>
          </p:nvSpPr>
          <p:spPr>
            <a:xfrm>
              <a:off x="3208930" y="2082236"/>
              <a:ext cx="5187743" cy="66387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32F504D-980F-49B5-A436-B195870EAD10}"/>
                </a:ext>
              </a:extLst>
            </p:cNvPr>
            <p:cNvSpPr/>
            <p:nvPr/>
          </p:nvSpPr>
          <p:spPr>
            <a:xfrm>
              <a:off x="3208930" y="3161770"/>
              <a:ext cx="5187743" cy="66387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B447FA5-F050-4407-90ED-F60A5F386F4A}"/>
                </a:ext>
              </a:extLst>
            </p:cNvPr>
            <p:cNvSpPr/>
            <p:nvPr/>
          </p:nvSpPr>
          <p:spPr>
            <a:xfrm>
              <a:off x="3208929" y="4149246"/>
              <a:ext cx="5187743" cy="66387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래픽 14" descr="스마트폰 단색으로 채워진">
            <a:extLst>
              <a:ext uri="{FF2B5EF4-FFF2-40B4-BE49-F238E27FC236}">
                <a16:creationId xmlns:a16="http://schemas.microsoft.com/office/drawing/2014/main" id="{B6216F74-540D-4044-BC69-F7964DEB85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1110" y="3028077"/>
            <a:ext cx="2841141" cy="318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74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7028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</Words>
  <Application>Microsoft Office PowerPoint</Application>
  <PresentationFormat>와이드스크린</PresentationFormat>
  <Paragraphs>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서지애</dc:creator>
  <cp:lastModifiedBy>서지애</cp:lastModifiedBy>
  <cp:revision>9</cp:revision>
  <dcterms:created xsi:type="dcterms:W3CDTF">2022-03-28T05:13:42Z</dcterms:created>
  <dcterms:modified xsi:type="dcterms:W3CDTF">2022-04-13T00:23:28Z</dcterms:modified>
</cp:coreProperties>
</file>